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43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5DDE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431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</a:rPr>
              <a:t>Calibration_Gain_Control  |  reg_runtime / reg_rt.tcl  |  XSA _10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Reg Map Runtime 設定 SOP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5DDE3"/>
                </a:solidFill>
              </a:rPr>
              <a:t>透過 xsdb（JTAG）在 runtime 讀寫 cal_plus_gain_control ch1 / ch3 的 addressable_reg_map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5DDE3"/>
                </a:solidFill>
              </a:rPr>
              <a:t>Calibration_Gain_Control  ·  XSA calibration_gain_control_10  ·  RegMap v7  ·  2026-10-09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用途與檔案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2B"/>
                </a:solidFill>
              </a:rPr>
              <a:t>PS 開機只寫一次初始值；實驗時用 xsdb 經 JTAG 直接改 reg map，不需重新 build、不需改 PS 程式。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檔案（reg_runtime/）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reg_rt.tcl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主腳本：暫存器表（名稱 / 位址 / 格式 / 範圍）與 reg_* 指令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reg_template.tcl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全部暫存器範本，每行預設註解；要改哪顆就拿掉 # 填值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fir_ch1_example.tcl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只改 ch1 In-band FIR（enable + 16 taps）的範例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my_cfg_example.tcl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TX Manual mode 等常用設定範例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README.md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完整文字說明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352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C"/>
                </a:solidFill>
              </a:rPr>
              <a:t>兩個通道，暫存器表相同、只差 base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194560"/>
          <a:ext cx="4023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通道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 map 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ADC → DAC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ch1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0xA002_0000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m00/m01 → s00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ch3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0xA002_1000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m10/m11 → s10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te"/>
          <p:cNvSpPr/>
          <p:nvPr/>
        </p:nvSpPr>
        <p:spPr>
          <a:xfrm>
            <a:off x="7635240" y="34290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切換通道：reg_ch 1 / reg_ch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之後所有指令都作用在該通道，直到下一次 reg_ch。</a:t>
            </a:r>
            <a:endParaRPr lang="en-US" sz="1300" dirty="0"/>
          </a:p>
        </p:txBody>
      </p:sp>
      <p:sp>
        <p:nvSpPr>
          <p:cNvPr id="9" name="note"/>
          <p:cNvSpPr/>
          <p:nvPr/>
        </p:nvSpPr>
        <p:spPr>
          <a:xfrm>
            <a:off x="502920" y="489204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E07A1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單位：reg_set 用物理單位（dB / dBm / clk），腳本自動換算 raw、檢查範圍、寫完讀回比對。只有 raw 意義的暫存器（agc_reg5、phase_offset）用 reg_wr；FIR 係數用 reg_fir_tap &lt;t&gt; &lt;I&gt; &lt;Q&gt;。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連線架構</a:t>
            </a:r>
            <a:endParaRPr lang="en-US" sz="3000" dirty="0"/>
          </a:p>
        </p:txBody>
      </p:sp>
      <p:sp>
        <p:nvSpPr>
          <p:cNvPr id="3" name="arch-box"/>
          <p:cNvSpPr/>
          <p:nvPr/>
        </p:nvSpPr>
        <p:spPr>
          <a:xfrm>
            <a:off x="502920" y="1463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 w="12700">
            <a:solidFill>
              <a:srgbClr val="C9D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PC / 工作站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xsdb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+ reg_rt.tcl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560320" y="2103120"/>
            <a:ext cx="228600" cy="292608"/>
          </a:xfrm>
          <a:prstGeom prst="chevron">
            <a:avLst/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7" name="arch-box"/>
          <p:cNvSpPr/>
          <p:nvPr/>
        </p:nvSpPr>
        <p:spPr>
          <a:xfrm>
            <a:off x="2788920" y="1463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 w="12700">
            <a:solidFill>
              <a:srgbClr val="C9D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hw_server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本機或既有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（如 Vivado :31000）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846320" y="2103120"/>
            <a:ext cx="228600" cy="292608"/>
          </a:xfrm>
          <a:prstGeom prst="chevron">
            <a:avLst/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11" name="arch-box"/>
          <p:cNvSpPr/>
          <p:nvPr/>
        </p:nvSpPr>
        <p:spPr>
          <a:xfrm>
            <a:off x="5074920" y="1463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 w="12700">
            <a:solidFill>
              <a:srgbClr val="C9D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JTAG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JTAG-HS3（USB）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或 BMC XVC（網路）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7132320" y="2103120"/>
            <a:ext cx="228600" cy="292608"/>
          </a:xfrm>
          <a:prstGeom prst="chevron">
            <a:avLst/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15" name="arch-box"/>
          <p:cNvSpPr/>
          <p:nvPr/>
        </p:nvSpPr>
        <p:spPr>
          <a:xfrm>
            <a:off x="7360920" y="1463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 w="12700">
            <a:solidFill>
              <a:srgbClr val="C9D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RFSoC 47DR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PS APU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32B"/>
                </a:solidFill>
              </a:rPr>
              <a:t>→ M_AXI_HPM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>
            <a:off x="9418320" y="2103120"/>
            <a:ext cx="228600" cy="292608"/>
          </a:xfrm>
          <a:prstGeom prst="chevron">
            <a:avLst/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19" name="arch-box"/>
          <p:cNvSpPr/>
          <p:nvPr/>
        </p:nvSpPr>
        <p:spPr>
          <a:xfrm>
            <a:off x="9646920" y="1463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469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addressable_reg_map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ch1 / ch3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連線方式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需要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xsdb 啟動（在 reg_runtime 下）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接到已在跑的 hw_server（實測用）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Vivado Hardware Manager 已連板子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xsdb -interactive reg_rt.tcl shell TCP:localhost:31000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BMC XVC（網路 JTAG）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同網段 192.168.68.x，不需接線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xsdb -interactive reg_rt.tcl shell xvc:192.168.68.42:2542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本機 USB-JTAG（JTAG-HS3）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HS3 插板上該顆 47DR 的 14-pin JTAG 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xsdb -interactive reg_rt.tcl shell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23" name="note"/>
          <p:cNvSpPr/>
          <p:nvPr/>
        </p:nvSpPr>
        <p:spPr>
          <a:xfrm>
            <a:off x="502920" y="51206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XVC port：47DR1 = 2542、47DR2 = 2550。燒錄網頁也用 BMC 的 XVC，燒錄中不要同時用 xsdb 連同一顆。外部 JTAG 座與 BMC 是否共用訊號，待硬體同事確認。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Step 1 ~ 2：開啟 xsdb 並連線</a:t>
            </a:r>
            <a:endParaRPr lang="en-US" sz="3000" dirty="0"/>
          </a:p>
        </p:txBody>
      </p:sp>
      <p:sp>
        <p:nvSpPr>
          <p:cNvPr id="3" name="step-dot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載入環境、進入資料夾（Linux 工作站）</a:t>
            </a:r>
            <a:endParaRPr lang="en-US" sz="1800" dirty="0"/>
          </a:p>
        </p:txBody>
      </p:sp>
      <p:sp>
        <p:nvSpPr>
          <p:cNvPr id="6" name="code-bg"/>
          <p:cNvSpPr/>
          <p:nvPr/>
        </p:nvSpPr>
        <p:spPr>
          <a:xfrm>
            <a:off x="502920" y="16459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40080" y="1719072"/>
            <a:ext cx="52120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~/Desktop/Rex_Dev_Temporally/\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Calibration_Gain_Control/reg_runtime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/home/wavepro/Documents/\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vivado2025_2/2025.2/Vivado/settings64.sh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</a:rPr>
              <a:t>Windows：不用 source，直接執行 &lt;安裝路徑&gt;\2025.2\Vivado\bin\xsdb.bat；xsdb 裡的路徑用 / 。</a:t>
            </a:r>
            <a:endParaRPr lang="en-US" sz="1200" dirty="0"/>
          </a:p>
        </p:txBody>
      </p:sp>
      <p:sp>
        <p:nvSpPr>
          <p:cNvPr id="9" name="step-dot"/>
          <p:cNvSpPr/>
          <p:nvPr/>
        </p:nvSpPr>
        <p:spPr>
          <a:xfrm>
            <a:off x="502920" y="374904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啟動並連線（停在 xsdb% 提示字元）</a:t>
            </a:r>
            <a:endParaRPr lang="en-US" sz="1800" dirty="0"/>
          </a:p>
        </p:txBody>
      </p:sp>
      <p:sp>
        <p:nvSpPr>
          <p:cNvPr id="12" name="code-bg"/>
          <p:cNvSpPr/>
          <p:nvPr/>
        </p:nvSpPr>
        <p:spPr>
          <a:xfrm>
            <a:off x="502920" y="429768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13" name="code"/>
          <p:cNvSpPr txBox="1"/>
          <p:nvPr/>
        </p:nvSpPr>
        <p:spPr>
          <a:xfrm>
            <a:off x="640080" y="437083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 -interactive reg_rt.tcl shell TCP:localhost:31000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</a:rPr>
              <a:t>連線失敗也會留在 xsdb%，直接打 reg_connect TCP:localhost:31000 重試。注意是 TCP 不是 TPC。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連線成功的畫面</a:t>
            </a:r>
            <a:endParaRPr lang="en-US" sz="1800" dirty="0"/>
          </a:p>
        </p:txBody>
      </p:sp>
      <p:sp>
        <p:nvSpPr>
          <p:cNvPr id="16" name="code-bg"/>
          <p:cNvSpPr/>
          <p:nvPr/>
        </p:nvSpPr>
        <p:spPr>
          <a:xfrm>
            <a:off x="6400800" y="164592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6537960" y="1719072"/>
            <a:ext cx="498348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connected: TCP:localhost:31000 ... channel ch1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(base 0xA0020000)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 PSU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9* APU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10  Cortex-A53 #0 (Running)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11  Cortex-A53 #1 (Power On Reset)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agc_reg5 = 0x80,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power_limit_margin = 0x3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ready: reg_set / reg_get / ... (exit to quit)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</a:t>
            </a:r>
            <a:endParaRPr lang="en-US" sz="1200" dirty="0"/>
          </a:p>
        </p:txBody>
      </p:sp>
      <p:sp>
        <p:nvSpPr>
          <p:cNvPr id="18" name="note"/>
          <p:cNvSpPr/>
          <p:nvPr/>
        </p:nvSpPr>
        <p:spPr>
          <a:xfrm>
            <a:off x="6400800" y="45720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6177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9* APU：已選到 APU。check 讀到 0x80 / 0x3（開機初始值）= JTAG → reg map 路徑正常。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Step 3：單顆暫存器讀寫（直接打指令）</a:t>
            </a:r>
            <a:endParaRPr lang="en-US" sz="3000" dirty="0"/>
          </a:p>
        </p:txBody>
      </p:sp>
      <p:sp>
        <p:nvSpPr>
          <p:cNvPr id="3" name="code-bg"/>
          <p:cNvSpPr/>
          <p:nvPr/>
        </p:nvSpPr>
        <p:spPr>
          <a:xfrm>
            <a:off x="502920" y="1143000"/>
            <a:ext cx="5852160" cy="3520440"/>
          </a:xfrm>
          <a:prstGeom prst="roundRect">
            <a:avLst>
              <a:gd name="adj" fmla="val 2078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640080" y="1216152"/>
            <a:ext cx="55778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reg_ch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reg_list                  ;# 全部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reg_list agc_*            ;# 只列 agc_ 開頭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reg_get agc_target_power  ;# 物理值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reg_rd  agc_reg5          ;# raw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reg_set agc_target_power 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reg_set gain_index_ch_offset -4.0625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reg_wr  in_band_fir_enable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reg_wr  in_band_fir_enable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reg_fir_tap 7 16384 0     ;# tap I 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reg_pulse agc_bypass_sr_update 0x3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reg_ch 3                  ;# 換 ch3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exit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143000"/>
          <a:ext cx="5029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指令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reg_ch 1|3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切換通道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reg_list ?pattern?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列出暫存器（raw + 物理值）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reg_get / reg_rd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讀物理值 / 讀 raw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reg_set &lt;name&gt; &lt;值&gt;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物理單位寫入，自動換算 + 範圍檢查 + 讀回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reg_wr &lt;name&gt; &lt;raw&gt;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直接寫 raw（agc_reg5、enable 類）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reg_fir_tap &lt;t&gt; &lt;I&gt; &lt;Q&gt;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FIR tap，I / Q 為 signed 16-bit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reg_pulse &lt;name&gt; &lt;raw&gt;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寫入後清 0（正緣觸發）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reg_info &lt;name&gt;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位址 / 格式 / reset / 說明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502920" y="489204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07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每寫一顆立即生效（間隔約 ms）。順序就是生效順序：先改參數，最後才切 mode / enable。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Step 4：一次寫多顆（設定檔）</a:t>
            </a:r>
            <a:endParaRPr lang="en-US" sz="3000" dirty="0"/>
          </a:p>
        </p:txBody>
      </p:sp>
      <p:sp>
        <p:nvSpPr>
          <p:cNvPr id="3" name="step-dot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複製範本，只把要改的行拿掉 #</a:t>
            </a:r>
            <a:endParaRPr lang="en-US" sz="1800" dirty="0"/>
          </a:p>
        </p:txBody>
      </p:sp>
      <p:sp>
        <p:nvSpPr>
          <p:cNvPr id="6" name="code-bg"/>
          <p:cNvSpPr/>
          <p:nvPr/>
        </p:nvSpPr>
        <p:spPr>
          <a:xfrm>
            <a:off x="502920" y="164592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40080" y="1719072"/>
            <a:ext cx="5212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reg_template.tcl my_test.tcl</a:t>
            </a:r>
            <a:endParaRPr lang="en-US" sz="1200" dirty="0"/>
          </a:p>
        </p:txBody>
      </p:sp>
      <p:sp>
        <p:nvSpPr>
          <p:cNvPr id="8" name="code-bg"/>
          <p:cNvSpPr/>
          <p:nvPr/>
        </p:nvSpPr>
        <p:spPr>
          <a:xfrm>
            <a:off x="502920" y="22860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640080" y="2359152"/>
            <a:ext cx="52120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reg_ch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reg_set agc_target_power        -40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reg_set agc_manual_mode_offset  2.3125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reg_set agc_tx_power_mode       1   ;# 最後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reg_ch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reg_wr  in_band_fir_enable     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reg_fir_tap 7 16384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reg_wr  in_band_fir_enable     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</a:rPr>
              <a:t>沒拿掉 # 的行不會寫入；由上往下依序執行。</a:t>
            </a:r>
            <a:endParaRPr lang="en-US" sz="1200" dirty="0"/>
          </a:p>
        </p:txBody>
      </p:sp>
      <p:sp>
        <p:nvSpPr>
          <p:cNvPr id="11" name="step-dot"/>
          <p:cNvSpPr/>
          <p:nvPr/>
        </p:nvSpPr>
        <p:spPr>
          <a:xfrm>
            <a:off x="6355080" y="109728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先離線檢查（不碰板子）</a:t>
            </a:r>
            <a:endParaRPr lang="en-US" sz="1800" dirty="0"/>
          </a:p>
        </p:txBody>
      </p:sp>
      <p:sp>
        <p:nvSpPr>
          <p:cNvPr id="14" name="code-bg"/>
          <p:cNvSpPr/>
          <p:nvPr/>
        </p:nvSpPr>
        <p:spPr>
          <a:xfrm>
            <a:off x="6355080" y="16459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15" name="code"/>
          <p:cNvSpPr txBox="1"/>
          <p:nvPr/>
        </p:nvSpPr>
        <p:spPr>
          <a:xfrm>
            <a:off x="6492240" y="1719072"/>
            <a:ext cx="5029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 reg_rt.tcl sim my_test.tcl</a:t>
            </a:r>
            <a:endParaRPr lang="en-US" sz="1200" dirty="0"/>
          </a:p>
        </p:txBody>
      </p:sp>
      <p:sp>
        <p:nvSpPr>
          <p:cNvPr id="16" name="step-dot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13C"/>
                </a:solidFill>
              </a:rPr>
              <a:t>上板執行（擇一）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2B"/>
                </a:solidFill>
              </a:rPr>
              <a:t>A. 已在 xsdb% 裡（建議）</a:t>
            </a:r>
            <a:endParaRPr lang="en-US" sz="1300" dirty="0"/>
          </a:p>
        </p:txBody>
      </p:sp>
      <p:sp>
        <p:nvSpPr>
          <p:cNvPr id="20" name="code-bg"/>
          <p:cNvSpPr/>
          <p:nvPr/>
        </p:nvSpPr>
        <p:spPr>
          <a:xfrm>
            <a:off x="6355080" y="32461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6492240" y="3319272"/>
            <a:ext cx="5029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xsdb% reg_run my_test.tcl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2B"/>
                </a:solidFill>
              </a:rPr>
              <a:t>B. 從 Linux 終端機一行跑完（自己連線、跑完結束）</a:t>
            </a:r>
            <a:endParaRPr lang="en-US" sz="1300" dirty="0"/>
          </a:p>
        </p:txBody>
      </p:sp>
      <p:sp>
        <p:nvSpPr>
          <p:cNvPr id="23" name="code-bg"/>
          <p:cNvSpPr/>
          <p:nvPr/>
        </p:nvSpPr>
        <p:spPr>
          <a:xfrm>
            <a:off x="6355080" y="42062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B232B"/>
          </a:solidFill>
          <a:ln w="12700">
            <a:solidFill>
              <a:srgbClr val="1B232B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6492240" y="4279392"/>
            <a:ext cx="5029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REG_HW_URL=TCP:localhost:31000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xsdb reg_rt.tcl run my_test.tcl</a:t>
            </a:r>
            <a:endParaRPr lang="en-US" sz="1200" dirty="0"/>
          </a:p>
        </p:txBody>
      </p:sp>
      <p:sp>
        <p:nvSpPr>
          <p:cNvPr id="25" name="note"/>
          <p:cNvSpPr/>
          <p:nvPr/>
        </p:nvSpPr>
        <p:spPr>
          <a:xfrm>
            <a:off x="6355080" y="51206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已連上時不要在 xsdb% 裡打 xsdb reg_rt.tcl run ...；那是終端機用的指令。B 一定要帶 REG_HW_URL。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輸出判讀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4747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輸出範例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意思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處理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channel ch3, reg map base 0xA0021000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之後寫的是 ch3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確認通道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agc_target_power &lt;- -40 dBm (raw 0xD8 @ 0xA002009C)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寫入成功且讀回一致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正常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in_band_fir_coef_tap_7 &lt;- I 16384, Q 0 (raw 0x00004000)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FIR tap 寫入成功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正常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note: ... -1.03125 rounded to -1.0625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非 1/16 dB 倍數，已四捨五入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確認可接受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WARNING: ... outside valid ... -&gt; hardware uses 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照寫，但硬體會夾住 / 用預設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檢查數值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done: my_test.tcl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整個檔案跑完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正常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ERROR: my_test.tcl:5: 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第 5 行出錯，後面都沒執行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修正後重跑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/>
          <p:nvPr/>
        </p:nvSpPr>
        <p:spPr>
          <a:xfrm>
            <a:off x="502920" y="42062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25196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ERROR 常見原因：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· 名稱打錯（會提示 did you mean ...）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· 超出格式範圍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· readback != written（PS 同時在寫 / 位址不對）</a:t>
            </a:r>
            <a:endParaRPr lang="en-US" sz="1300" dirty="0"/>
          </a:p>
        </p:txBody>
      </p:sp>
      <p:sp>
        <p:nvSpPr>
          <p:cNvPr id="6" name="note"/>
          <p:cNvSpPr/>
          <p:nvPr/>
        </p:nvSpPr>
        <p:spPr>
          <a:xfrm>
            <a:off x="6217920" y="42062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425196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reg_list 的 FIR tap value 欄是把 32 bit 當無號數顯示，沒有意義；tap 看 raw 欄（[15:0] I、[31:16] Q）。raw 省略前導 0：0xFFC4 = 0x0000FFC4。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注意事項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02920" y="1143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685800" y="1344168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立即生效、依序生效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每顆寫完立即生效，兩筆間隔約 ms，中間會有「部分新值」的狀態。先改參數，最後切 mode / enable。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172200" y="1143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6355080" y="134416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bypass 不是凍結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agc_bypass_agc = 1 時類比不重送，但數位 gain 立刻改成 pf（R 被拿掉），輸出最多跳高約 4.94 dB。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02920" y="27889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685800" y="2990088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PS 會覆蓋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832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PS 若之後再寫同一顆，xsdb 寫的值會被蓋掉（目前 PS 只在開機寫一次）。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172200" y="27889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55080" y="2990088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觸發型暫存器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3832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agc_bypass_sr_update 是正緣觸發，用 reg_pulse（寫 1 再寫 0）。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02920" y="44348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dot"/>
          <p:cNvSpPr/>
          <p:nvPr/>
        </p:nvSpPr>
        <p:spPr>
          <a:xfrm>
            <a:off x="685800" y="4636008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通道會延續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設定檔裡的 reg_ch 跑完仍有效；回到互動模式前先確認目前通道。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172200" y="44348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6355080" y="4636008"/>
            <a:ext cx="329184" cy="329184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改 FIR 係數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先 in_band_fir_enable 0 → 寫 16 taps → 再 enable 1，避免新舊係數混用。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疑難排解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現象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原因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處理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ERROR: Connection refused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shell 沒帶位址 → 找本機 hw_server，但沒開也沒插線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帶位址：shell TCP:localhost:31000 或 xvc:...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 transport 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位址打錯（例如 TPC:localhost:31000）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改成 TCP:localhost:31000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targets found ... *APU*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hw_server 沒看到板子 / 板子未上電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看列出的 available targets；確認 Vivado 已 Open Target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 / bus 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PL 未載入 bitstream 或 AXI 時脈未開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等 PS 開機完成（A53 #0 Running）再試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readback != written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PS 同時在寫、位址或 XSA 版本不對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確認 PS 狀態與 XSA 版本（目前 _10）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reg_ch 3: base not assigned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reg_rt.tcl 的 ::reg::CH_BASE 未填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B"/>
                          </a:solidFill>
                        </a:rPr>
                        <a:t>依 Vivado address map 更新 CH_BASE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/>
          <p:nvPr/>
        </p:nvSpPr>
        <p:spPr>
          <a:xfrm>
            <a:off x="502920" y="39319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977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reg map 改版（位址 / 格式變更）時，同步修改 reg_rt.tcl 的 ::reg::def 表與 ::reg::CH_BASE；目前對應 RegMap v7 / XSA _10。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13C"/>
                </a:solidFill>
              </a:rPr>
              <a:t>實測紀錄（2026-10-09）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961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結果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環境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工作站（Linux）xsdb 2025.2 → Vivado hw_server（TCP:localhost:31000）→ 47DR1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連線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9* APU 選中，Cortex-A53 #0 Running（app 已從 QSPI 開機）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agc_reg5 = 0x80、power_limit_margin = 0x3（開機初始值）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ch1 reg_list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agc_rx_set_clear_cycle 6 / wait_clear 16 / sr_update_period 50 / mode_settle 64 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ch3 reg_list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B"/>
                          </a:solidFill>
                        </a:rPr>
                        <a:t>in_band_fir_enable 1、tap_0 ~ tap_12 與 reg_map_cfg.c 一致 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/>
          <p:nvPr/>
        </p:nvSpPr>
        <p:spPr>
          <a:xfrm>
            <a:off x="502920" y="32918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A1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337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2B"/>
                </a:solidFill>
              </a:rPr>
              <a:t>待確認：筆電使用 JTAG-HS3 / BMC XVC 的接法與 BMC 是否共用 JTAG 訊號（與硬體同事確認後更新本 SOP）。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 Runtime SOP">
  <a:themeElements>
    <a:clrScheme name="Reg Runtime SOP">
      <a:dk1>
        <a:srgbClr val="1B232B"/>
      </a:dk1>
      <a:lt1>
        <a:srgbClr val="FFFFFF"/>
      </a:lt1>
      <a:dk2>
        <a:srgbClr val="24313C"/>
      </a:dk2>
      <a:lt2>
        <a:srgbClr val="F2F4F6"/>
      </a:lt2>
      <a:accent1>
        <a:srgbClr val="E07A1F"/>
      </a:accent1>
      <a:accent2>
        <a:srgbClr val="2A9D8F"/>
      </a:accent2>
      <a:accent3>
        <a:srgbClr val="6B7C8C"/>
      </a:accent3>
      <a:accent4>
        <a:srgbClr val="C0392B"/>
      </a:accent4>
      <a:accent5>
        <a:srgbClr val="F4C542"/>
      </a:accent5>
      <a:accent6>
        <a:srgbClr val="3D5A73"/>
      </a:accent6>
      <a:hlink>
        <a:srgbClr val="2A9D8F"/>
      </a:hlink>
      <a:folHlink>
        <a:srgbClr val="6B7C8C"/>
      </a:folHlink>
    </a:clrScheme>
    <a:fontScheme name="Reg Runtime SOP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 Map Runtime SOP</dc:title>
  <dc:subject>PptxGenJS Presentation</dc:subject>
  <dc:creator>PptxGenJS</dc:creator>
  <cp:lastModifiedBy>PptxGenJS</cp:lastModifiedBy>
  <cp:revision>1</cp:revision>
  <dcterms:created xsi:type="dcterms:W3CDTF">2026-10-09T13:04:23Z</dcterms:created>
  <dcterms:modified xsi:type="dcterms:W3CDTF">2026-10-09T13:04:23Z</dcterms:modified>
</cp:coreProperties>
</file>